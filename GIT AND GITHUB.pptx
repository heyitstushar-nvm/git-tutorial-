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chivo Black" charset="1" panose="020B0A03020202020B04"/>
      <p:regular r:id="rId17"/>
    </p:embeddedFont>
    <p:embeddedFont>
      <p:font typeface="Garet Bold" charset="1" panose="00000000000000000000"/>
      <p:regular r:id="rId18"/>
    </p:embeddedFont>
    <p:embeddedFont>
      <p:font typeface="Garet" charset="1" panose="00000000000000000000"/>
      <p:regular r:id="rId19"/>
    </p:embeddedFont>
    <p:embeddedFont>
      <p:font typeface="Garet Light" charset="1" panose="00000000000000000000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Relationship Id="rId4" Target="https://github.com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Relationship Id="rId4" Target="https://github.com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Relationship Id="rId4" Target="https://github.com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85470" y="6394076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 PRESENTATION ON HOW TO USE THE GIT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NAME OF CLUB: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CODING CLUB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4796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4796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Tushar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68701" y="990600"/>
            <a:ext cx="432108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GOVERNMENT DEGREE COLLEGE, Dharamshala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88760" y="954405"/>
            <a:ext cx="51705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 HOPE YOU WILL LIKE IT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750642" y="982048"/>
            <a:ext cx="338117" cy="338117"/>
          </a:xfrm>
          <a:custGeom>
            <a:avLst/>
            <a:gdLst/>
            <a:ahLst/>
            <a:cxnLst/>
            <a:rect r="r" b="b" t="t" l="l"/>
            <a:pathLst>
              <a:path h="338117" w="338117">
                <a:moveTo>
                  <a:pt x="0" y="0"/>
                </a:moveTo>
                <a:lnTo>
                  <a:pt x="338118" y="0"/>
                </a:lnTo>
                <a:lnTo>
                  <a:pt x="338118" y="338117"/>
                </a:lnTo>
                <a:lnTo>
                  <a:pt x="0" y="3381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85854" y="3950633"/>
            <a:ext cx="10773446" cy="230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GIT AND GITHUB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983" t="0" r="52377" b="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3430366" y="4880657"/>
            <a:ext cx="3828934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BRIEF INTRODUCTION OF THE GIT AND GITHUB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5375" y="1028700"/>
            <a:ext cx="3305027" cy="371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🧠 1. What Git Is</a:t>
            </a:r>
          </a:p>
          <a:p>
            <a:pPr algn="l" marL="457276" indent="-228638" lvl="1">
              <a:lnSpc>
                <a:spcPts val="2965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Git is a distributed version control system: it tracks changes in your code over time and helps multiple developers work together.</a:t>
            </a:r>
          </a:p>
          <a:p>
            <a:pPr algn="l">
              <a:lnSpc>
                <a:spcPts val="296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255301" y="3422603"/>
            <a:ext cx="4003999" cy="509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98"/>
              </a:lnSpc>
              <a:spcBef>
                <a:spcPct val="0"/>
              </a:spcBef>
            </a:pPr>
            <a:r>
              <a:rPr lang="en-US" sz="379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900" y="5392283"/>
            <a:ext cx="3305027" cy="371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🧠 2. What GitHub Is</a:t>
            </a:r>
          </a:p>
          <a:p>
            <a:pPr algn="l" marL="457276" indent="-228638" lvl="1">
              <a:lnSpc>
                <a:spcPts val="2965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GitHub is an online hosting service for Git repositories — it lets you share your Git repositories online and collaborate with others</a:t>
            </a:r>
          </a:p>
          <a:p>
            <a:pPr algn="l">
              <a:lnSpc>
                <a:spcPts val="296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738017" y="7829864"/>
            <a:ext cx="2521283" cy="44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sz="2515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github.com"/>
              </a:rPr>
              <a:t>https://github.com</a:t>
            </a:r>
          </a:p>
        </p:txBody>
      </p:sp>
    </p:spTree>
  </p:cSld>
  <p:clrMapOvr>
    <a:masterClrMapping/>
  </p:clrMapOvr>
  <p:transition spd="fast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983" t="0" r="52377" b="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3430366" y="4880657"/>
            <a:ext cx="3828934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BRIEF INTRODUCTION OF THE GIT AND GITHUB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5375" y="1028700"/>
            <a:ext cx="3305027" cy="408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🧠 3. Local vs Remote Repos</a:t>
            </a: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itories</a:t>
            </a:r>
          </a:p>
          <a:p>
            <a:pPr algn="l" marL="457276" indent="-228638" lvl="1">
              <a:lnSpc>
                <a:spcPts val="2965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local repository exists on your machine.</a:t>
            </a:r>
          </a:p>
          <a:p>
            <a:pPr algn="l" marL="457276" indent="-228638" lvl="1">
              <a:lnSpc>
                <a:spcPts val="2965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remote repository (like on GitHub) lets others see and collaborate on your project</a:t>
            </a:r>
          </a:p>
          <a:p>
            <a:pPr algn="l">
              <a:lnSpc>
                <a:spcPts val="296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255301" y="3422603"/>
            <a:ext cx="4003999" cy="509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98"/>
              </a:lnSpc>
              <a:spcBef>
                <a:spcPct val="0"/>
              </a:spcBef>
            </a:pPr>
            <a:r>
              <a:rPr lang="en-US" sz="379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900" y="5392283"/>
            <a:ext cx="3305027" cy="483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🧠 4. Git Workflow</a:t>
            </a:r>
          </a:p>
          <a:p>
            <a:pPr algn="l">
              <a:lnSpc>
                <a:spcPts val="2965"/>
              </a:lnSpc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Typ</a:t>
            </a: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ical Git workflow explained:</a:t>
            </a:r>
          </a:p>
          <a:p>
            <a:pPr algn="l" marL="457276" indent="-228638" lvl="1">
              <a:lnSpc>
                <a:spcPts val="2965"/>
              </a:lnSpc>
              <a:buAutoNum type="arabicPeriod" startAt="1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Initialize a repo</a:t>
            </a:r>
          </a:p>
          <a:p>
            <a:pPr algn="l" marL="457276" indent="-228638" lvl="1">
              <a:lnSpc>
                <a:spcPts val="2965"/>
              </a:lnSpc>
              <a:buAutoNum type="arabicPeriod" startAt="1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Stage changes</a:t>
            </a:r>
          </a:p>
          <a:p>
            <a:pPr algn="l" marL="457276" indent="-228638" lvl="1">
              <a:lnSpc>
                <a:spcPts val="2965"/>
              </a:lnSpc>
              <a:buAutoNum type="arabicPeriod" startAt="1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Commit changes</a:t>
            </a:r>
          </a:p>
          <a:p>
            <a:pPr algn="l" marL="457276" indent="-228638" lvl="1">
              <a:lnSpc>
                <a:spcPts val="2965"/>
              </a:lnSpc>
              <a:buAutoNum type="arabicPeriod" startAt="1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Push to GitHub (remote)</a:t>
            </a:r>
          </a:p>
          <a:p>
            <a:pPr algn="l" marL="457276" indent="-228638" lvl="1">
              <a:lnSpc>
                <a:spcPts val="2965"/>
              </a:lnSpc>
              <a:buAutoNum type="arabicPeriod" startAt="1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Fetch or pull remote updates to local</a:t>
            </a:r>
          </a:p>
          <a:p>
            <a:pPr algn="l" marL="457276" indent="-228638" lvl="1">
              <a:lnSpc>
                <a:spcPts val="2965"/>
              </a:lnSpc>
              <a:buAutoNum type="arabicPeriod" startAt="1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Branch &amp; merge your work</a:t>
            </a:r>
          </a:p>
          <a:p>
            <a:pPr algn="l">
              <a:lnSpc>
                <a:spcPts val="296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738017" y="7829864"/>
            <a:ext cx="2521283" cy="44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sz="2515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github.com"/>
              </a:rPr>
              <a:t>https://github.com</a:t>
            </a:r>
          </a:p>
        </p:txBody>
      </p:sp>
    </p:spTree>
  </p:cSld>
  <p:clrMapOvr>
    <a:masterClrMapping/>
  </p:clrMapOvr>
  <p:transition spd="fast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983" t="0" r="52377" b="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3430366" y="4880657"/>
            <a:ext cx="3828934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BRIEF INTRODUCTION OF THE GIT AND GITHUB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5375" y="1028700"/>
            <a:ext cx="3305027" cy="334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🧠 5. B</a:t>
            </a: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ranching</a:t>
            </a:r>
          </a:p>
          <a:p>
            <a:pPr algn="l" marL="457276" indent="-228638" lvl="1">
              <a:lnSpc>
                <a:spcPts val="2965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ranches let you work on new features without disturbing the main code — you can merge them back later.</a:t>
            </a:r>
          </a:p>
          <a:p>
            <a:pPr algn="l">
              <a:lnSpc>
                <a:spcPts val="296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255301" y="3422603"/>
            <a:ext cx="4003999" cy="509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98"/>
              </a:lnSpc>
              <a:spcBef>
                <a:spcPct val="0"/>
              </a:spcBef>
            </a:pPr>
            <a:r>
              <a:rPr lang="en-US" sz="3798" spc="-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900" y="5392283"/>
            <a:ext cx="3305027" cy="334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🧠 6. Pull Requests (PR)</a:t>
            </a:r>
          </a:p>
          <a:p>
            <a:pPr algn="l" marL="457276" indent="-228638" lvl="1">
              <a:lnSpc>
                <a:spcPts val="2965"/>
              </a:lnSpc>
              <a:buFont typeface="Arial"/>
              <a:buChar char="•"/>
            </a:pP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</a:t>
            </a:r>
            <a:r>
              <a:rPr lang="en-US" sz="211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GitHub, you can make a pull request to suggest changes from one branch to another and get them reviewed before merging.</a:t>
            </a:r>
          </a:p>
          <a:p>
            <a:pPr algn="l">
              <a:lnSpc>
                <a:spcPts val="296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738017" y="7829864"/>
            <a:ext cx="2521283" cy="44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sz="2515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github.com"/>
              </a:rPr>
              <a:t>https://github.com</a:t>
            </a:r>
          </a:p>
        </p:txBody>
      </p:sp>
    </p:spTree>
  </p:cSld>
  <p:clrMapOvr>
    <a:masterClrMapping/>
  </p:clrMapOvr>
  <p:transition spd="fast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032474" y="2087563"/>
          <a:ext cx="6511183" cy="7286625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15279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Configure your Git identity so commits are linked to your GitHub account: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6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config --global user.name "Your Name"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6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config --global user.email "you@example.com"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79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When you connect a local repository to a GitHub remote, you link them using a remote URL: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13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remote add origin https://github.com/yourusername/your-repo-name.git</a:t>
                      </a:r>
                      <a:endParaRPr lang="en-US" sz="1100"/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392067"/>
            <a:ext cx="6441412" cy="80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4"/>
              </a:lnSpc>
              <a:spcBef>
                <a:spcPct val="0"/>
              </a:spcBef>
            </a:pPr>
            <a:r>
              <a:rPr lang="en-US" sz="3074" spc="-24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Link Local Git to Your GitHub Account</a:t>
            </a:r>
          </a:p>
        </p:txBody>
      </p:sp>
    </p:spTree>
  </p:cSld>
  <p:clrMapOvr>
    <a:masterClrMapping/>
  </p:clrMapOvr>
  <p:transition spd="fast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032474" y="1677988"/>
          <a:ext cx="6511183" cy="7580312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117134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REPOSITORY SETUP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init — Initialize a new Git repository locally.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78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clone &lt;repo-URL&gt; — Download a remote GitHub repository to your computer.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18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Tracking Files</a:t>
                      </a:r>
                      <a:endParaRPr lang="en-US" sz="1100"/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5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status — Show current state of the repo (what’s changed/not staged).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02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add &lt;file&gt; — Add changes to the staging area.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2375" y="2414334"/>
            <a:ext cx="6441412" cy="41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4"/>
              </a:lnSpc>
              <a:spcBef>
                <a:spcPct val="0"/>
              </a:spcBef>
            </a:pPr>
            <a:r>
              <a:rPr lang="en-US" sz="3074" spc="-24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Git Commands</a:t>
            </a:r>
          </a:p>
        </p:txBody>
      </p:sp>
    </p:spTree>
  </p:cSld>
  <p:clrMapOvr>
    <a:masterClrMapping/>
  </p:clrMapOvr>
  <p:transition spd="fast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032474" y="1677988"/>
          <a:ext cx="6511183" cy="6400799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11718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Recording Changes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85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commit -m "message" — Save staged changes with a descriptive message.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44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Pushing &amp; Pulling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50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push origin &lt;branch&gt; — Send your local commits to GitHub.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0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pull origin &lt;branch&gt; — Get the latest changes from GitHub.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2375" y="2414334"/>
            <a:ext cx="6441412" cy="41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4"/>
              </a:lnSpc>
              <a:spcBef>
                <a:spcPct val="0"/>
              </a:spcBef>
            </a:pPr>
            <a:r>
              <a:rPr lang="en-US" sz="3074" spc="-24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Git Commands</a:t>
            </a:r>
          </a:p>
        </p:txBody>
      </p:sp>
    </p:spTree>
  </p:cSld>
  <p:clrMapOvr>
    <a:masterClrMapping/>
  </p:clrMapOvr>
  <p:transition spd="fast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765276" y="1559650"/>
          <a:ext cx="6511183" cy="7694612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11712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Branching &amp; Merging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4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branch &lt;name&gt; — Create a new branch.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1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branch — List all branches.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4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checkout &lt;branch&gt; — Switch between branches.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4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merge &lt;branch&gt; — Merge another branch into your current one.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84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History &amp; Logs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02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log — List the commit history.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2375" y="2414334"/>
            <a:ext cx="6441412" cy="41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4"/>
              </a:lnSpc>
              <a:spcBef>
                <a:spcPct val="0"/>
              </a:spcBef>
            </a:pPr>
            <a:r>
              <a:rPr lang="en-US" sz="3074" spc="-24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Git Commands</a:t>
            </a:r>
          </a:p>
        </p:txBody>
      </p:sp>
    </p:spTree>
  </p:cSld>
  <p:clrMapOvr>
    <a:masterClrMapping/>
  </p:clrMapOvr>
  <p:transition spd="fast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765276" y="1559650"/>
          <a:ext cx="6511183" cy="6521450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1171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Undoing &amp; Restoring Changes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reset HEAD &lt;filename&gt;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88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FLAGS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92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reset --soft HEAD~1</a:t>
                      </a:r>
                      <a:endParaRPr lang="en-US" sz="1100"/>
                    </a:p>
                    <a:p>
                      <a:pPr algn="l" marL="431797" indent="-215899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--soft: Moves HEAD but keeps staged changes.</a:t>
                      </a:r>
                    </a:p>
                    <a:p>
                      <a:pPr algn="l" marL="431797" indent="-215899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--mixed: Resets staging but keeps files in working directory.</a:t>
                      </a:r>
                    </a:p>
                    <a:p>
                      <a:pPr algn="l" marL="431797" indent="-215899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--hard: Resets both staging and working copy — WARNING: this can lose uncommitted work.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2375" y="2414334"/>
            <a:ext cx="6441412" cy="41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4"/>
              </a:lnSpc>
              <a:spcBef>
                <a:spcPct val="0"/>
              </a:spcBef>
            </a:pPr>
            <a:r>
              <a:rPr lang="en-US" sz="3074" spc="-24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Git Commands</a:t>
            </a:r>
          </a:p>
        </p:txBody>
      </p:sp>
    </p:spTree>
  </p:cSld>
  <p:clrMapOvr>
    <a:masterClrMapping/>
  </p:clrMapOvr>
  <p:transition spd="fast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124656" y="2599894"/>
          <a:ext cx="7134644" cy="4319677"/>
        </p:xfrm>
        <a:graphic>
          <a:graphicData uri="http://schemas.openxmlformats.org/drawingml/2006/table">
            <a:tbl>
              <a:tblPr/>
              <a:tblGrid>
                <a:gridCol w="949354"/>
                <a:gridCol w="5506179"/>
              </a:tblGrid>
              <a:tr h="8801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git restore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94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Undo changes in working directory:</a:t>
                      </a:r>
                      <a:endParaRPr lang="en-US" sz="1100"/>
                    </a:p>
                    <a:p>
                      <a:pPr algn="l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restore &lt;file&gt;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Restore staged files: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restore --staged &lt;file&gt;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You can restore everything with: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git restore .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2375" y="2414334"/>
            <a:ext cx="6441412" cy="41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74"/>
              </a:lnSpc>
              <a:spcBef>
                <a:spcPct val="0"/>
              </a:spcBef>
            </a:pPr>
            <a:r>
              <a:rPr lang="en-US" sz="3074" spc="-24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Git Commands</a:t>
            </a:r>
          </a:p>
        </p:txBody>
      </p:sp>
    </p:spTree>
  </p:cSld>
  <p:clrMapOvr>
    <a:masterClrMapping/>
  </p:clrMapOvr>
  <p:transition spd="fast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39036"/>
            <a:ext cx="7203393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05590" y="8892540"/>
            <a:ext cx="575371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github.com</a:t>
            </a:r>
          </a:p>
        </p:txBody>
      </p:sp>
      <p:sp>
        <p:nvSpPr>
          <p:cNvPr name="AutoShape 5" id="5"/>
          <p:cNvSpPr/>
          <p:nvPr/>
        </p:nvSpPr>
        <p:spPr>
          <a:xfrm>
            <a:off x="-292567" y="8893917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585133" y="9253538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5738073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USERNAME 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78247" y="5712038"/>
            <a:ext cx="536230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heyitstushar-nvm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187229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INSTAGRAM 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78247" y="6161194"/>
            <a:ext cx="536230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hey.tushar.here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803775"/>
            <a:ext cx="47646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GITHUB : 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DAHBOEK6M7Y</dc:identifier>
  <dcterms:modified xsi:type="dcterms:W3CDTF">2011-08-01T06:04:30Z</dcterms:modified>
  <cp:revision>1</cp:revision>
  <dc:title>GIT AND GITHUB</dc:title>
</cp:coreProperties>
</file>